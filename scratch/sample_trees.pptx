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Lecture 8: Binary Search Trees &amp; Balanced Trees</a:t>
            </a:r>
          </a:p>
          <a:p/>
          <a:p/>
          <a:p>
            <a:r>
              <a:t>Core Invariant: For every node X in a BST, every key in left subtree is strictly less than X.key, and every key in right subtree is strictly greater than X.key.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Search and Inorder Traversal Invariants</a:t>
            </a:r>
          </a:p>
          <a:p/>
          <a:p/>
          <a:p>
            <a:r>
              <a:t>An Inorder traversal (Left, Root, Right) of a valid Binary Search Tree always produces a strictly monotonic increasing sorted sequence.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AVL Tree Rotations and Balance Factor</a:t>
            </a:r>
          </a:p>
          <a:p/>
          <a:p/>
          <a:p>
            <a:r>
              <a:t>Balance Factor = height(left) - height(right). Must stay in {-1, 0, 1}. Single and double rotations maintain BST invariant while restoring O(log N) worst-case search height.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